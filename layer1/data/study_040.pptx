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Therapy Area Landscape: Oncology (GLOBAL, 2024)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 date: 2024-05-23 | Prepared by: Priya Venkat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The oncology pipeline shows 9 late-stage assets targeting PD-1 and KRAS G12C pathways, creating significant competitive pressure on established biologics.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Marketed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Marketed brands include Keytrava, Opdivra, Tagrisa, Lumakro, Enhertra, Trodelvia, spanning EGFR-mutant NSCLC, HER2-positive breast cancer, KRAS G12C-mutant NSCLC, melanoma.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First-line positioning is contested in GLOBAL. Payer scrutiny and biosimilar competition continue to rise.</a:t>
            </a:r>
          </a:p>
          <a:p>
            <a:r>
              <a:rPr sz="1600"/>
              <a:t>Mechanism of action differentiation and dosing convenience will drive prescribing.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Brand teams in Oncology should prioritise evidence for EGFR-mutant NSCLC and monitor phase 3 readouts through 2025.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document generated for the Watson prototype. All brand names and figures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Therapy Area Landscape: Oncology (GLOBAL, 2024)</dc:title>
  <dc:subject/>
  <dc:creator>Priya Venkat</dc:creator>
  <cp:keywords/>
  <dc:description>generated using python-pptx</dc:description>
  <cp:lastModifiedBy>Steve Canny</cp:lastModifiedBy>
  <cp:revision>1</cp:revision>
  <dcterms:created xsi:type="dcterms:W3CDTF">2024-05-23T09:00:00Z</dcterms:created>
  <dcterms:modified xsi:type="dcterms:W3CDTF">2013-01-27T09:15:58Z</dcterms:modified>
  <cp:category/>
</cp:coreProperties>
</file>