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market shares for 4 brands in 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Landscape: non-small cell lung cancer (EU, 2023)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2023-06-22 | Prepared by: Greta Lindholm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EU non-small cell lung cancer market, 4 brands compete for second-line+ patients as of Q4 2023. The segment is shaped by guideline updates, reimbursement decisions and real-world evidence.</a:t>
            </a:r>
          </a:p>
          <a:p>
            <a:r>
              <a:rPr sz="1600"/>
              <a:t>The number of branded options in non-small cell lung cancer has grown since 2021, increasing pressure on standard of care positioning.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Keytrava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EU non-small cell lung cancer market, Keytrava maintains a 24% market share as of Q4 2023, with the strongest uptake among oncologists.</a:t>
            </a:r>
          </a:p>
          <a:p>
            <a:r>
              <a:rPr sz="1600"/>
              <a:t>Sentiment index for Keytrava in EU: 0.38 (scale 0 to 1, 2023). Clinicians view the brand negatively; cost and formulary access remain barriers.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Opdivra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EU non-small cell lung cancer market, Opdivra maintains a 32% market share as of Q1 2023, with the strongest uptake among oncologists.</a:t>
            </a:r>
          </a:p>
          <a:p>
            <a:r>
              <a:rPr sz="1600"/>
              <a:t>Sentiment index for Opdivra in EU: 0.35 (scale 0 to 1, 2023). Clinicians view the brand negatively; payer prior-authorisation requirements slow initiation.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Tagrisa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EU non-small cell lung cancer market, Tagrisa maintains a 31% market share as of Q3 2023, with the strongest uptake among oncologists.</a:t>
            </a:r>
          </a:p>
          <a:p>
            <a:r>
              <a:rPr sz="1600"/>
              <a:t>Sentiment index for Tagrisa in EU: 0.79 (scale 0 to 1, 2023). Clinicians view the brand strongly positively; long-term safety data are still limited.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Positioning: Lumakro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In the EU non-small cell lung cancer market, Lumakro maintains a 14% market share as of Q2 2023, with the strongest uptake among oncologists.</a:t>
            </a:r>
          </a:p>
          <a:p>
            <a:r>
              <a:rPr sz="1600"/>
              <a:t>Sentiment index for Lumakro in EU: 0.52 (scale 0 to 1, 2023). Clinicians view the brand moderately positively; cost and formulary access remain barriers.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Lumakro has been gaining ground since its 2020 approval for non-small cell lung cancer, pressuring Keytrava in first-line use.</a:t>
            </a:r>
          </a:p>
          <a:p>
            <a:r>
              <a:rPr sz="1600"/>
              <a:t>Price competition, biosimilar entry and head-to-head evidence are expected to reshape formulary position over the next 24 months.</a:t>
            </a:r>
          </a:p>
          <a:p>
            <a:r>
              <a:rPr sz="1600"/>
              <a:t>Clinical guidelines in United Kingdom recommend refractory disease use of agents in this class, and recent updates have broadened eligibility based on biomarker status and comorbidity profile.</a:t>
            </a:r>
          </a:p>
          <a:p>
            <a:r>
              <a:rPr sz="1600"/>
              <a:t>Sequencing after progression remains an open question; oncologists in United Kingdom reported using a different mechanism of action after Keytrava fails.</a:t>
            </a:r>
          </a:p>
          <a:p>
            <a:r>
              <a:rPr sz="1600"/>
              <a:t>Education needs include biomarker testing, management of adverse events and counselling patients on the expected benefit-risk.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We expect continued consolidation in non-small cell lung cancer. Differentiation will depend on tolerability, dosing convenience and evidence of overall survival or clinical benefit.</a:t>
            </a:r>
          </a:p>
          <a:p>
            <a:r>
              <a:rPr sz="1600"/>
              <a:t>Treatment burden, including monitoring visits and monitoring requirements, was described as a key factor in long-term adherence and persistence.</a:t>
            </a:r>
          </a:p>
          <a:p>
            <a:r>
              <a:rPr sz="1600"/>
              <a:t>Peer-to-peer education and congress data were cited as the most trusted sources when oncologists evaluate new evidence on PD-1 inhibitor agents.</a:t>
            </a:r>
          </a:p>
          <a:p>
            <a:r>
              <a:rPr sz="1600"/>
              <a:t>Patient advocacy groups are pushing for earlier access, and shared decision-making tools are being piloted to explain benefit, risk and treatment burden.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Competitive Landscape: non-small cell lung cancer (EU, 2023)</dc:title>
  <dc:subject/>
  <dc:creator>Greta Lindholm</dc:creator>
  <cp:keywords/>
  <dc:description>generated using python-pptx</dc:description>
  <cp:lastModifiedBy>Steve Canny</cp:lastModifiedBy>
  <cp:revision>1</cp:revision>
  <dcterms:created xsi:type="dcterms:W3CDTF">2023-06-22T09:00:00Z</dcterms:created>
  <dcterms:modified xsi:type="dcterms:W3CDTF">2013-01-27T09:15:58Z</dcterms:modified>
  <cp:category/>
</cp:coreProperties>
</file>