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Therapy Area Landscape: Immunology (GLOBAL, 2023)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Report date: 2023-02-05 | Prepared by: Sofia Albrecht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The immunology pipeline shows 9 late-stage assets targeting IL-17 and IL-23 pathways, creating significant competitive pressure on established biologics.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Marketed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Marketed brands include Humivex, Adalibra, Cosentex, Skyrixa, Dupixa, spanning atopic dermatitis, plaque psoriasis, psoriatic arthritis, rheumatoid arthritis.</a:t>
            </a:r>
          </a:p>
          <a:p>
            <a:r>
              <a:rPr sz="1600"/>
              <a:t>The unmet need in plaque psoriasis persists in patients who relapse or become refractory, where options are limited and outcomes remain poor.</a:t>
            </a:r>
          </a:p>
          <a:p>
            <a:r>
              <a:rPr sz="1600"/>
              <a:t>Registry data show that outcomes in plaque psoriasis depend heavily on early diagnosis, access to specialist care and adherence to maintenance therapy.</a:t>
            </a:r>
          </a:p>
          <a:p>
            <a:r>
              <a:rPr sz="1600"/>
              <a:t>Regional variation within United States is notable: large centres report faster uptake and broader use than smaller regional hospitals.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First-line positioning is contested in GLOBAL. Payer scrutiny and biosimilar competition continue to rise.</a:t>
            </a:r>
          </a:p>
          <a:p>
            <a:r>
              <a:rPr sz="1600"/>
              <a:t>Mechanism of action differentiation and dosing convenience will drive prescribing.</a:t>
            </a:r>
          </a:p>
          <a:p>
            <a:r>
              <a:rPr sz="1600"/>
              <a:t>Peer-to-peer education and congress data were cited as the most trusted sources when dermatologists evaluate new evidence on TNF inhibitor agents.</a:t>
            </a:r>
          </a:p>
          <a:p>
            <a:r>
              <a:rPr sz="1600"/>
              <a:t>Supply and logistics are not a concern for Humivex, though cold-chain handling and nurse-led administration add workload in busy clinics.</a:t>
            </a:r>
          </a:p>
          <a:p>
            <a:r>
              <a:rPr sz="1600"/>
              <a:t>The competitive set is evolving as new mechanisms enter phase 3 development, with readouts expected over the next two to three years.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Brand teams in Immunology should prioritise evidence for atopic dermatitis and monitor phase 3 readouts through 2024.</a:t>
            </a:r>
          </a:p>
          <a:p>
            <a:r>
              <a:rPr sz="1600"/>
              <a:t>Biosimilar and generic competition in adjacent classes is shaping price expectations, even where Humivex has no direct substitute.</a:t>
            </a:r>
          </a:p>
          <a:p>
            <a:r>
              <a:rPr sz="1600"/>
              <a:t>Payer decisions increasingly rely on health technology assessment, requiring evidence of clinical benefit versus the standard of care and cost-effectiveness analyses.</a:t>
            </a:r>
          </a:p>
          <a:p>
            <a:r>
              <a:rPr sz="1600"/>
              <a:t>Dermatologists emphasised that patient-reported outcomes and quality of life are increasingly important when choosing between TNF inhibitor options.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Disclaimer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Synthetic document generated for the Watson prototype. All brand names and figures are fictional.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Therapy Area Landscape: Immunology (GLOBAL, 2023)</dc:title>
  <dc:subject/>
  <dc:creator>Sofia Albrecht</dc:creator>
  <cp:keywords/>
  <dc:description>generated using python-pptx</dc:description>
  <cp:lastModifiedBy>Steve Canny</cp:lastModifiedBy>
  <cp:revision>1</cp:revision>
  <dcterms:created xsi:type="dcterms:W3CDTF">2023-02-05T09:00:00Z</dcterms:created>
  <dcterms:modified xsi:type="dcterms:W3CDTF">2013-01-27T09:15:58Z</dcterms:modified>
  <cp:category/>
</cp:coreProperties>
</file>