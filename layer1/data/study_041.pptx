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Therapy Area Landscape: Cardiology (EU, 2023)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Report date: 2023-08-17 | Prepared by: Daniel Hartwell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The cardiology pipeline shows 13 late-stage assets targeting sGC and SGLT2 pathways, creating significant competitive pressure on established biologics.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Marketed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Marketed brands include Entrestra, Jardiva, Verquvia, Eliquex, spanning atrial fibrillation, heart failure with preserved ejection fraction, heart failure with reduced ejection fraction.</a:t>
            </a:r>
          </a:p>
          <a:p>
            <a:r>
              <a:rPr sz="1600"/>
              <a:t>Guideline committees are expected to review the evidence base for heart failure with reduced ejection fraction again next year, which could change eligibility criteria and referral patterns.</a:t>
            </a:r>
          </a:p>
          <a:p>
            <a:r>
              <a:rPr sz="1600"/>
              <a:t>Sequencing after progression remains an open question; cardiologists in Germany reported using a different mechanism of action after Entrestra fails.</a:t>
            </a:r>
          </a:p>
          <a:p>
            <a:r>
              <a:rPr sz="1600"/>
              <a:t>Dose modification guidance for Entrestra is generally followed, but cardiologists said that practical monitoring of dizziness depends on local capacity and patient travel distance.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First-line positioning is contested in EU. Payer scrutiny and biosimilar competition continue to rise.</a:t>
            </a:r>
          </a:p>
          <a:p>
            <a:r>
              <a:rPr sz="1600"/>
              <a:t>Mechanism of action differentiation and dosing convenience will drive prescribing.</a:t>
            </a:r>
          </a:p>
          <a:p>
            <a:r>
              <a:rPr sz="1600"/>
              <a:t>Patient advocacy groups are pushing for earlier access, and shared decision-making tools are being piloted to explain benefit, risk and treatment burden.</a:t>
            </a:r>
          </a:p>
          <a:p>
            <a:r>
              <a:rPr sz="1600"/>
              <a:t>Medical education priorities include recognising hyperkalaemia early, communicating realistic expectations, and coordinating with primary care.</a:t>
            </a:r>
          </a:p>
          <a:p>
            <a:r>
              <a:rPr sz="1600"/>
              <a:t>Real-world evidence from registries suggests that outcomes in routine practice are broadly consistent with phase 3 trial results, although persistence and discontinuation rates are higher outside clinical trials.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Brand teams in Cardiology should prioritise evidence for atrial fibrillation and monitor phase 3 readouts through 2024.</a:t>
            </a:r>
          </a:p>
          <a:p>
            <a:r>
              <a:rPr sz="1600"/>
              <a:t>Biosimilar and generic competition in adjacent classes is shaping price expectations, even where Entrestra has no direct substitute.</a:t>
            </a:r>
          </a:p>
          <a:p>
            <a:r>
              <a:rPr sz="1600"/>
              <a:t>The unmet need in heart failure with reduced ejection fraction persists in patients who relapse or become refractory, where options are limited and outcomes remain poor.</a:t>
            </a:r>
          </a:p>
          <a:p>
            <a:r>
              <a:rPr sz="1600"/>
              <a:t>The competitive set is evolving as new mechanisms enter phase 3 development, with readouts expected over the next two to three years.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Disclaimer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Synthetic document generated for the Watson prototype. All brand names and figures are fictional.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Therapy Area Landscape: Cardiology (EU, 2023)</dc:title>
  <dc:subject/>
  <dc:creator>Daniel Hartwell</dc:creator>
  <cp:keywords/>
  <dc:description>generated using python-pptx</dc:description>
  <cp:lastModifiedBy>Steve Canny</cp:lastModifiedBy>
  <cp:revision>1</cp:revision>
  <dcterms:created xsi:type="dcterms:W3CDTF">2023-08-17T09:00:00Z</dcterms:created>
  <dcterms:modified xsi:type="dcterms:W3CDTF">2013-01-27T09:15:58Z</dcterms:modified>
  <cp:category/>
</cp:coreProperties>
</file>