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Therapy Area Landscape: Neurology (US, 2024)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 date: 2024-04-15 | Prepared by: Mei Tanaka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The neurology pipeline shows 13 late-stage assets targeting CGRP and anti-amyloid pathways, creating significant competitive pressure on established biologics.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Marketed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Marketed brands include Ocrevia, Aimovia, Leqembra, spanning Alzheimer's disease, migraine, multiple sclerosis.</a:t>
            </a:r>
          </a:p>
          <a:p>
            <a:r>
              <a:rPr sz="1600"/>
              <a:t>The competitive set is evolving as new mechanisms enter phase 3 development, with readouts expected over the next two to three years.</a:t>
            </a:r>
          </a:p>
          <a:p>
            <a:r>
              <a:rPr sz="1600"/>
              <a:t>The unmet need in multiple sclerosis persists in patients who relapse or become refractory, where options are limited and outcomes remain poor.</a:t>
            </a:r>
          </a:p>
          <a:p>
            <a:r>
              <a:rPr sz="1600"/>
              <a:t>Treatment burden, including monitoring visits and injection-site discomfort, was described as a key factor in long-term adherence and persistence.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First-line positioning is contested in US. Payer scrutiny and biosimilar competition continue to rise.</a:t>
            </a:r>
          </a:p>
          <a:p>
            <a:r>
              <a:rPr sz="1600"/>
              <a:t>Mechanism of action differentiation and dosing convenience will drive prescribing.</a:t>
            </a:r>
          </a:p>
          <a:p>
            <a:r>
              <a:rPr sz="1600"/>
              <a:t>Treatment burden, including monitoring visits and injection-site discomfort, was described as a key factor in long-term adherence and persistence.</a:t>
            </a:r>
          </a:p>
          <a:p>
            <a:r>
              <a:rPr sz="1600"/>
              <a:t>Patient advocacy groups are pushing for earlier access, and shared decision-making tools are being piloted to explain benefit, risk and treatment burden.</a:t>
            </a:r>
          </a:p>
          <a:p>
            <a:r>
              <a:rPr sz="1600"/>
              <a:t>Combination therapy and sequencing strategies remain debated; respondents noted limited head-to-head evidence between Ocrevia and competing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Brand teams in Neurology should prioritise evidence for Alzheimer's disease and monitor phase 3 readouts through 2025.</a:t>
            </a:r>
          </a:p>
          <a:p>
            <a:r>
              <a:rPr sz="1600"/>
              <a:t>Neurologists emphasised that patient-reported outcomes and quality of life are increasingly important when choosing between Anti-CD20 antibody options.</a:t>
            </a:r>
          </a:p>
          <a:p>
            <a:r>
              <a:rPr sz="1600"/>
              <a:t>Access to specialist centres influences adoption: academic centres adopt new therapies faster than community practices, where formulary restrictions and reimbursement criteria apply.</a:t>
            </a:r>
          </a:p>
          <a:p>
            <a:r>
              <a:rPr sz="1600"/>
              <a:t>Combination therapy and sequencing strategies remain debated; respondents noted limited head-to-head evidence between Ocrevia and competing agents.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takeaway: payer scrutiny continues to rise.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takeaway: differentiation depends on dosing convenience.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document generated for the Watson prototype. All brand names and figures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Therapy Area Landscape: Neurology (US, 2024)</dc:title>
  <dc:subject/>
  <dc:creator>Mei Tanaka</dc:creator>
  <cp:keywords/>
  <dc:description>generated using python-pptx</dc:description>
  <cp:lastModifiedBy>Steve Canny</cp:lastModifiedBy>
  <cp:revision>1</cp:revision>
  <dcterms:created xsi:type="dcterms:W3CDTF">2024-04-15T09:00:00Z</dcterms:created>
  <dcterms:modified xsi:type="dcterms:W3CDTF">2013-01-27T09:15:58Z</dcterms:modified>
  <cp:category/>
</cp:coreProperties>
</file>