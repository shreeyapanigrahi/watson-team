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Therapy Area Landscape: Immunology (EU, 2022)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Report date: 2022-02-07 | Prepared by: Rahul Desai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The immunology pipeline shows 15 late-stage assets targeting IL-17 and IL-23 pathways, creating significant competitive pressure on established biologics.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Marketed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Marketed brands include Humivex, Adalibra, Cosentex, Skyrixa, Dupixa, spanning atopic dermatitis, plaque psoriasis, psoriatic arthritis, rheumatoid arthritis.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First-line positioning is contested in EU. Payer scrutiny and biosimilar competition continue to rise.</a:t>
            </a:r>
          </a:p>
          <a:p>
            <a:r>
              <a:rPr sz="1600"/>
              <a:t>Mechanism of action differentiation and dosing convenience will drive prescribing.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Brand teams in Immunology should prioritise evidence for atopic dermatitis and monitor phase 3 readouts through 2023.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Disclaimer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document generated for the Watson prototype. All brand names and figures are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Therapy Area Landscape: Immunology (EU, 2022)</dc:title>
  <dc:subject/>
  <dc:creator>Rahul Desai</dc:creator>
  <cp:keywords/>
  <dc:description>generated using python-pptx</dc:description>
  <cp:lastModifiedBy>Steve Canny</cp:lastModifiedBy>
  <cp:revision>1</cp:revision>
  <dcterms:created xsi:type="dcterms:W3CDTF">2022-02-07T09:00:00Z</dcterms:created>
  <dcterms:modified xsi:type="dcterms:W3CDTF">2013-01-27T09:15:58Z</dcterms:modified>
  <cp:category/>
</cp:coreProperties>
</file>