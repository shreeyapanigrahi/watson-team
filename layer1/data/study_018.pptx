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market shares for 4 brands in 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Competitive Landscape: plaque psoriasis (US, 2024)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Report date: 2024-02-25 | Prepared by: Mei Tanaka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In the US plaque psoriasis market, 4 brands compete for second-line+ patients as of Q2 2024. The segment is shaped by guideline updates, reimbursement decisions and real-world evidence.</a:t>
            </a:r>
          </a:p>
          <a:p>
            <a:r>
              <a:rPr sz="1600"/>
              <a:t>The number of branded options in plaque psoriasis has grown since 2021, increasing pressure on standard of care positioning.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Positioning: Humivex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In the US plaque psoriasis market, Humivex maintains a 26% market share as of Q3 2024, with the strongest uptake among dermatologists.</a:t>
            </a:r>
          </a:p>
          <a:p>
            <a:r>
              <a:rPr sz="1600"/>
              <a:t>Sentiment index for Humivex in US: 0.37 (scale 0 to 1, 2024). Clinicians view the brand negatively; infusion logistics add to treatment burden.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Positioning: Adalibra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In the US plaque psoriasis market, Adalibra maintains a 23% market share as of Q1 2024, with the strongest uptake among dermatologists.</a:t>
            </a:r>
          </a:p>
          <a:p>
            <a:r>
              <a:rPr sz="1600"/>
              <a:t>Sentiment index for Adalibra in US: 0.57 (scale 0 to 1, 2024). Clinicians view the brand moderately positively; payer prior-authorisation requirements slow initiation.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Positioning: Cosentex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In the US plaque psoriasis market, Cosentex maintains a 27% market share as of Q3 2024, with the strongest uptake among dermatologists.</a:t>
            </a:r>
          </a:p>
          <a:p>
            <a:r>
              <a:rPr sz="1600"/>
              <a:t>Sentiment index for Cosentex in US: 0.33 (scale 0 to 1, 2024). Clinicians view the brand negatively; payer prior-authorisation requirements slow initiation.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Positioning: Skyrixa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In the US plaque psoriasis market, Skyrixa maintains a 15% market share as of Q4 2024, with the strongest uptake among dermatologists.</a:t>
            </a:r>
          </a:p>
          <a:p>
            <a:r>
              <a:rPr sz="1600"/>
              <a:t>Sentiment index for Skyrixa in US: 0.55 (scale 0 to 1, 2024). Clinicians view the brand moderately positively; cost and formulary access remain barriers.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Dynamics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Skyrixa has been gaining ground since its 2023 approval for plaque psoriasis, pressuring Humivex in second-line use.</a:t>
            </a:r>
          </a:p>
          <a:p>
            <a:r>
              <a:rPr sz="1600"/>
              <a:t>Price competition, biosimilar entry and head-to-head evidence are expected to reshape formulary position over the next 24 months.</a:t>
            </a:r>
          </a:p>
          <a:p>
            <a:r>
              <a:rPr sz="1600"/>
              <a:t>Guideline committees are expected to review the evidence base for plaque psoriasis again next year, which could change eligibility criteria and referral patterns.</a:t>
            </a:r>
          </a:p>
          <a:p>
            <a:r>
              <a:rPr sz="1600"/>
              <a:t>Registry data show that outcomes in plaque psoriasis depend heavily on early diagnosis, access to specialist care and adherence to maintenance therapy.</a:t>
            </a:r>
          </a:p>
          <a:p>
            <a:r>
              <a:rPr sz="1600"/>
              <a:t>Sequencing after progression remains an open question; dermatologists in United States reported using a different mechanism of action after Humivex fails.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We expect continued consolidation in plaque psoriasis. Differentiation will depend on tolerability, dosing convenience and evidence of overall survival or clinical benefit.</a:t>
            </a:r>
          </a:p>
          <a:p>
            <a:r>
              <a:rPr sz="1600"/>
              <a:t>Peer-to-peer education and congress data were cited as the most trusted sources when dermatologists evaluate new evidence on TNF inhibitor agents.</a:t>
            </a:r>
          </a:p>
          <a:p>
            <a:r>
              <a:rPr sz="1600"/>
              <a:t>Regional variation within United States is notable: large centres report faster uptake and broader use than smaller regional hospitals.</a:t>
            </a:r>
          </a:p>
          <a:p>
            <a:r>
              <a:rPr sz="1600"/>
              <a:t>Registry data show that outcomes in plaque psoriasis depend heavily on early diagnosis, access to specialist care and adherence to maintenance therapy.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Disclaimer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Synthetic document generated for the Watson prototype. All brand names and figures are fictional.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Competitive Landscape: plaque psoriasis (US, 2024)</dc:title>
  <dc:subject/>
  <dc:creator>Mei Tanaka</dc:creator>
  <cp:keywords/>
  <dc:description>generated using python-pptx</dc:description>
  <cp:lastModifiedBy>Steve Canny</cp:lastModifiedBy>
  <cp:revision>1</cp:revision>
  <dcterms:created xsi:type="dcterms:W3CDTF">2024-02-25T09:00:00Z</dcterms:created>
  <dcterms:modified xsi:type="dcterms:W3CDTF">2013-01-27T09:15:58Z</dcterms:modified>
  <cp:category/>
</cp:coreProperties>
</file>