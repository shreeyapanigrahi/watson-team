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market shares for 3 brands in GLOBAL.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Competitive Landscape: heart failure with reduced ejection fraction (GLOBAL, 2024)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Report date: 2024-09-07 | Prepared by: Priya Venkat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In the GLOBAL heart failure with reduced ejection fraction market, 3 brands compete for second-line+ patients as of Q2 2024. The segment is shaped by guideline updates, reimbursement decisions and real-world evidence.</a:t>
            </a:r>
          </a:p>
          <a:p>
            <a:r>
              <a:rPr sz="1600"/>
              <a:t>The number of branded options in heart failure with reduced ejection fraction has grown since 2021, increasing pressure on standard of care positioning.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Positioning: Entrestra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In the GLOBAL heart failure with reduced ejection fraction market, Entrestra maintains a 30% market share as of Q3 2024, with the strongest uptake among cardiologists.</a:t>
            </a:r>
          </a:p>
          <a:p>
            <a:r>
              <a:rPr sz="1600"/>
              <a:t>Sentiment index for Entrestra in GLOBAL: 0.58 (scale 0 to 1, 2024). Clinicians view the brand moderately positively; the dosing schedule complicates adherence.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Positioning: Jardiva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In the GLOBAL heart failure with reduced ejection fraction market, Jardiva maintains a 17% market share as of Q3 2024, with the strongest uptake among cardiologists.</a:t>
            </a:r>
          </a:p>
          <a:p>
            <a:r>
              <a:rPr sz="1600"/>
              <a:t>Sentiment index for Jardiva in GLOBAL: 0.72 (scale 0 to 1, 2024). Clinicians view the brand strongly positively; long-term safety data are still limited.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Positioning: Verquvia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In the GLOBAL heart failure with reduced ejection fraction market, Verquvia maintains a 23% market share as of Q2 2024, with the strongest uptake among cardiologists.</a:t>
            </a:r>
          </a:p>
          <a:p>
            <a:r>
              <a:rPr sz="1600"/>
              <a:t>Sentiment index for Verquvia in GLOBAL: 0.31 (scale 0 to 1, 2024). Clinicians view the brand negatively; infusion logistics add to treatment burden.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Verquvia has been gaining ground since its 2020 approval for heart failure with reduced ejection fraction, pressuring Entrestra in second-line use.</a:t>
            </a:r>
          </a:p>
          <a:p>
            <a:r>
              <a:rPr sz="1600"/>
              <a:t>Price competition, biosimilar entry and head-to-head evidence are expected to reshape formulary position over the next 24 months.</a:t>
            </a:r>
          </a:p>
          <a:p>
            <a:r>
              <a:rPr sz="1600"/>
              <a:t>Dose modification guidance for Entrestra is generally followed, but cardiologists said that practical monitoring of renal function decline depends on local capacity and patient travel distance.</a:t>
            </a:r>
          </a:p>
          <a:p>
            <a:r>
              <a:rPr sz="1600"/>
              <a:t>Cost-effectiveness submissions typically model refractory disease use, and payers question the durability of benefit beyond the trial follow-up period.</a:t>
            </a:r>
          </a:p>
          <a:p>
            <a:r>
              <a:rPr sz="1600"/>
              <a:t>Subgroup analyses suggest that benefit with Entrestra is most pronounced in patients with a favourable biomarker profile and a lower comorbidity burden.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We expect continued consolidation in heart failure with reduced ejection fraction. Differentiation will depend on tolerability, dosing convenience and evidence of overall survival or clinical benefit.</a:t>
            </a:r>
          </a:p>
          <a:p>
            <a:r>
              <a:rPr sz="1600"/>
              <a:t>Medical education priorities include recognising renal function decline early, communicating realistic expectations, and coordinating with primary care.</a:t>
            </a:r>
          </a:p>
          <a:p>
            <a:r>
              <a:rPr sz="1600"/>
              <a:t>Combination therapy and sequencing strategies remain debated; respondents noted limited head-to-head evidence between Entrestra and competing agents.</a:t>
            </a:r>
          </a:p>
          <a:p>
            <a:r>
              <a:rPr sz="1600"/>
              <a:t>Sequencing after progression remains an open question; cardiologists in United States reported using a different mechanism of action after Entrestra fails.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Second takeaway: payer scrutiny continues to rise.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First takeaway: differentiation depends on dosing convenience.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Disclaimer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document generated for the Watson prototype. All brand names and figures are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Competitive Landscape: heart failure with reduced ejection fraction (GLOBAL, 2024)</dc:title>
  <dc:subject/>
  <dc:creator>Priya Venkat</dc:creator>
  <cp:keywords/>
  <dc:description>generated using python-pptx</dc:description>
  <cp:lastModifiedBy>Steve Canny</cp:lastModifiedBy>
  <cp:revision>1</cp:revision>
  <dcterms:created xsi:type="dcterms:W3CDTF">2024-09-07T09:00:00Z</dcterms:created>
  <dcterms:modified xsi:type="dcterms:W3CDTF">2013-01-27T09:15:58Z</dcterms:modified>
  <cp:category/>
</cp:coreProperties>
</file>