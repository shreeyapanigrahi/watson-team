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market shares for 1 brands in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Landscape: atopic dermatitis (US, 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2023-03-23 | Prepared by: Rahul Desai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atopic dermatitis market, 1 brands compete for first-line+ patients as of Q2 2023. The segment is shaped by guideline updates, reimbursement decisions and real-world evidence.</a:t>
            </a:r>
          </a:p>
          <a:p>
            <a:r>
              <a:rPr sz="1600"/>
              <a:t>The number of branded options in atopic dermatitis has grown since 2021, increasing pressure on standard of care positioning.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Dupixa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atopic dermatitis market, Dupixa maintains a 19% market share as of Q4 2023, with the strongest uptake among dermatologists.</a:t>
            </a:r>
          </a:p>
          <a:p>
            <a:r>
              <a:rPr sz="1600"/>
              <a:t>Sentiment index for Dupixa in US: 0.78 (scale 0 to 1, 2023). Clinicians view the brand strongly positively; payer prior-authorisation requirements slow initiation.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Dupixa has been gaining ground since its 2023 approval for atopic dermatitis, pressuring Dupixa in second-line use.</a:t>
            </a:r>
          </a:p>
          <a:p>
            <a:r>
              <a:rPr sz="1600"/>
              <a:t>Price competition, biosimilar entry and head-to-head evidence are expected to reshape formulary position over the next 24 months.</a:t>
            </a:r>
          </a:p>
          <a:p>
            <a:r>
              <a:rPr sz="1600"/>
              <a:t>Real-world evidence from registries suggests that outcomes in routine practice are broadly consistent with phase 3 trial results, although persistence and discontinuation rates are higher outside clinical trials.</a:t>
            </a:r>
          </a:p>
          <a:p>
            <a:r>
              <a:rPr sz="1600"/>
              <a:t>Treatment burden, including monitoring visits and treatment burden over long durations, was described as a key factor in long-term adherence and persistence.</a:t>
            </a:r>
          </a:p>
          <a:p>
            <a:r>
              <a:rPr sz="1600"/>
              <a:t>Patient advocacy groups are pushing for earlier access, and shared decision-making tools are being piloted to explain benefit, risk and treatment burden.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We expect continued consolidation in atopic dermatitis. Differentiation will depend on tolerability, dosing convenience and evidence of overall survival or clinical benefit.</a:t>
            </a:r>
          </a:p>
          <a:p>
            <a:r>
              <a:rPr sz="1600"/>
              <a:t>The unmet need in atopic dermatitis persists in patients who relapse or become refractory, where options are limited and outcomes remain poor.</a:t>
            </a:r>
          </a:p>
          <a:p>
            <a:r>
              <a:rPr sz="1600"/>
              <a:t>Regional variation within United States is notable: large centres report faster uptake and broader use than smaller regional hospitals.</a:t>
            </a:r>
          </a:p>
          <a:p>
            <a:r>
              <a:rPr sz="1600"/>
              <a:t>Supply and logistics are not a concern for Dupixa, though cold-chain handling and nurse-led administration add workload in busy clinics.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Landscape: atopic dermatitis (US, 2023)</dc:title>
  <dc:subject/>
  <dc:creator>Rahul Desai</dc:creator>
  <cp:keywords/>
  <dc:description>generated using python-pptx</dc:description>
  <cp:lastModifiedBy>Steve Canny</cp:lastModifiedBy>
  <cp:revision>1</cp:revision>
  <dcterms:created xsi:type="dcterms:W3CDTF">2023-03-23T09:00:00Z</dcterms:created>
  <dcterms:modified xsi:type="dcterms:W3CDTF">2013-01-27T09:15:58Z</dcterms:modified>
  <cp:category/>
</cp:coreProperties>
</file>